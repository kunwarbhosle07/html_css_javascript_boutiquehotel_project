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43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365760"/>
            <a:ext cx="1645920" cy="1645920"/>
          </a:xfrm>
          <a:prstGeom prst="ellipse">
            <a:avLst/>
          </a:prstGeom>
          <a:solidFill>
            <a:srgbClr val="497049"/>
          </a:solidFill>
          <a:ln w="2540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914400" cy="914400"/>
          </a:xfrm>
          <a:prstGeom prst="ellipse">
            <a:avLst/>
          </a:prstGeom>
          <a:solidFill>
            <a:srgbClr val="C896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2926080"/>
            <a:ext cx="1371600" cy="1371600"/>
          </a:xfrm>
          <a:prstGeom prst="ellipse">
            <a:avLst/>
          </a:prstGeom>
          <a:solidFill>
            <a:srgbClr val="1E3A1E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594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🏨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STAYHOPPER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AND RESORTS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200400" cy="36576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Boutique Hotel Website Project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· CSS · JavaScript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32A96-94E6-6D34-7588-4392D0CA5037}"/>
              </a:ext>
            </a:extLst>
          </p:cNvPr>
          <p:cNvSpPr txBox="1"/>
          <p:nvPr/>
        </p:nvSpPr>
        <p:spPr>
          <a:xfrm>
            <a:off x="457200" y="3447288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Kunwar Bhosle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Sam Altman</a:t>
            </a:r>
          </a:p>
          <a:p>
            <a:r>
              <a:rPr lang="en-US" sz="2400" dirty="0">
                <a:solidFill>
                  <a:schemeClr val="bg1"/>
                </a:solidFill>
              </a:rPr>
              <a:t>150096785181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09728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Digital Presence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multi-page website for StayHopper Hotels &amp; Resorts, establishing a professional online identity.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109728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🛎️  Guest Experience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guests with easy access to hotel information, room details, amenities, and online booking capabilities.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109728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6941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📸  Visual Showcase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0599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the hotel's aesthetic and atmosphere through a dedicated gallery and polished UI design.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280160"/>
            <a:ext cx="1508760" cy="1143000"/>
          </a:xfrm>
          <a:prstGeom prst="rect">
            <a:avLst/>
          </a:prstGeom>
          <a:solidFill>
            <a:srgbClr val="2C5F2D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14447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669280" y="1938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1280160"/>
            <a:ext cx="1508760" cy="1143000"/>
          </a:xfrm>
          <a:prstGeom prst="rect">
            <a:avLst/>
          </a:prstGeom>
          <a:solidFill>
            <a:srgbClr val="1E3A1E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60920" y="14447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360920" y="1938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Style Sheets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651760"/>
            <a:ext cx="1508760" cy="1143000"/>
          </a:xfrm>
          <a:prstGeom prst="rect">
            <a:avLst/>
          </a:prstGeom>
          <a:solidFill>
            <a:srgbClr val="2C5F2D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669280" y="33101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Script 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2651760"/>
            <a:ext cx="1508760" cy="1143000"/>
          </a:xfrm>
          <a:prstGeom prst="rect">
            <a:avLst/>
          </a:prstGeom>
          <a:solidFill>
            <a:srgbClr val="1E3A1E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092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7360920" y="33101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Images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Project Goals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hotel website delivered as a web-based project for academic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8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1E"/>
                </a:solidFill>
              </a:rPr>
              <a:t>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2103120"/>
            <a:ext cx="713232" cy="54864"/>
          </a:xfrm>
          <a:prstGeom prst="rect">
            <a:avLst/>
          </a:prstGeom>
          <a:solidFill>
            <a:srgbClr val="C896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914400" cy="91440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011680" cy="2331720"/>
          </a:xfrm>
          <a:prstGeom prst="rect">
            <a:avLst/>
          </a:prstGeom>
          <a:solidFill>
            <a:srgbClr val="2C5F2D"/>
          </a:solidFill>
          <a:ln w="1270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097280" cy="274320"/>
          </a:xfrm>
          <a:prstGeom prst="rect">
            <a:avLst/>
          </a:prstGeom>
          <a:solidFill>
            <a:srgbClr val="C896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 structure across 4 linked pages: Home, Gallery, Bookings, Amenities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2103120"/>
            <a:ext cx="713232" cy="54864"/>
          </a:xfrm>
          <a:prstGeom prst="rect">
            <a:avLst/>
          </a:prstGeom>
          <a:solidFill>
            <a:srgbClr val="C896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88920" y="1280160"/>
            <a:ext cx="914400" cy="91440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2514600" y="2468880"/>
            <a:ext cx="2011680" cy="2331720"/>
          </a:xfrm>
          <a:prstGeom prst="rect">
            <a:avLst/>
          </a:prstGeom>
          <a:solidFill>
            <a:srgbClr val="2C5F2D"/>
          </a:solidFill>
          <a:ln w="1270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0604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880360" y="2971800"/>
            <a:ext cx="1097280" cy="274320"/>
          </a:xfrm>
          <a:prstGeom prst="rect">
            <a:avLst/>
          </a:prstGeom>
          <a:solidFill>
            <a:srgbClr val="C896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8036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3375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CSS per page with shared base styles, green-gold hotel color theme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103120"/>
            <a:ext cx="713232" cy="54864"/>
          </a:xfrm>
          <a:prstGeom prst="rect">
            <a:avLst/>
          </a:prstGeom>
          <a:solidFill>
            <a:srgbClr val="C896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37760" y="1280160"/>
            <a:ext cx="914400" cy="91440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2011680" cy="2331720"/>
          </a:xfrm>
          <a:prstGeom prst="rect">
            <a:avLst/>
          </a:prstGeom>
          <a:solidFill>
            <a:srgbClr val="2C5F2D"/>
          </a:solidFill>
          <a:ln w="1270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2971800"/>
            <a:ext cx="1097280" cy="274320"/>
          </a:xfrm>
          <a:prstGeom prst="rect">
            <a:avLst/>
          </a:prstGeom>
          <a:solidFill>
            <a:srgbClr val="C896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3375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 calculator, cart system, date picker &amp; pet fee integration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86600" y="1280160"/>
            <a:ext cx="914400" cy="91440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6812280" y="2468880"/>
            <a:ext cx="2011680" cy="2331720"/>
          </a:xfrm>
          <a:prstGeom prst="rect">
            <a:avLst/>
          </a:prstGeom>
          <a:solidFill>
            <a:srgbClr val="2C5F2D"/>
          </a:solidFill>
          <a:ln w="1270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0372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78040" y="2971800"/>
            <a:ext cx="1097280" cy="274320"/>
          </a:xfrm>
          <a:prstGeom prst="rect">
            <a:avLst/>
          </a:prstGeom>
          <a:solidFill>
            <a:srgbClr val="C896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780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3375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images, SVG icons, gallery photos and responsive card layouts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412480" y="137160"/>
            <a:ext cx="502920" cy="502920"/>
          </a:xfrm>
          <a:prstGeom prst="ellipse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09728" cy="8229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Page  ·  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 · Offers &amp; Packages · Navigation · Footer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109728" cy="822960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  ·  gallery.html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24-image CSS grid · Full-cover photo display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109728" cy="82296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Bookings  ·  booking.html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calculator · Date picker · Pet fee · Cart summary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1480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109728" cy="822960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Amenities  ·  amenities.html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498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room · Gym · Pool sections · Why Book Us grid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1234440"/>
            <a:ext cx="3108960" cy="3657600"/>
          </a:xfrm>
          <a:prstGeom prst="rect">
            <a:avLst/>
          </a:prstGeom>
          <a:solidFill>
            <a:srgbClr val="1E3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0" y="1874520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18745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calculatePrice() function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368296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3682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Check-in / Check-out dates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2862072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0" y="28620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Pet fee add-on (+₹20)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355848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3355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15% discount ≤ 2 nights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849624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384962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Dynamic cart counter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4343400"/>
            <a:ext cx="2743200" cy="402336"/>
          </a:xfrm>
          <a:prstGeom prst="rect">
            <a:avLst/>
          </a:prstGeom>
          <a:solidFill>
            <a:srgbClr val="49704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0" y="43434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Real-time price display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457200"/>
            <a:ext cx="4389120" cy="438912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6576"/>
          </a:xfrm>
          <a:prstGeom prst="rect">
            <a:avLst/>
          </a:prstGeom>
          <a:solidFill>
            <a:srgbClr val="C89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polished hotel website built from scratch using pure front-end technologies.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606040"/>
          </a:xfrm>
          <a:prstGeom prst="rect">
            <a:avLst/>
          </a:prstGeom>
          <a:solidFill>
            <a:srgbClr val="2C5F2D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31012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linked pages with consistent navigation, shared styles, and a cohesive brand identity.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057400"/>
            <a:ext cx="2651760" cy="2606040"/>
          </a:xfrm>
          <a:prstGeom prst="rect">
            <a:avLst/>
          </a:prstGeom>
          <a:solidFill>
            <a:srgbClr val="2C5F2D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31012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green-gold hotel theme, card layouts, responsive footer, and polished UI elements.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057400"/>
            <a:ext cx="2651760" cy="2606040"/>
          </a:xfrm>
          <a:prstGeom prst="rect">
            <a:avLst/>
          </a:prstGeom>
          <a:solidFill>
            <a:srgbClr val="2C5F2D"/>
          </a:solidFill>
          <a:ln w="19050">
            <a:solidFill>
              <a:srgbClr val="C896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31012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price engine with date-based calculation, discounts, pet fees, and cart display.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8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8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STAYHOPPER Hotels and Resorts  ·  HTML · CSS · JavaScript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371</Words>
  <Application>Microsoft Macintosh PowerPoint</Application>
  <PresentationFormat>On-screen Show (16:9)</PresentationFormat>
  <Paragraphs>81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StayHopper Hotel Website</dc:title>
  <dc:subject>PptxGenJS Presentation</dc:subject>
  <dc:creator>PptxGenJS</dc:creator>
  <cp:lastModifiedBy>Kunwar Bhosle</cp:lastModifiedBy>
  <cp:revision>2</cp:revision>
  <dcterms:created xsi:type="dcterms:W3CDTF">2026-03-13T14:47:38Z</dcterms:created>
  <dcterms:modified xsi:type="dcterms:W3CDTF">2026-03-13T17:41:06Z</dcterms:modified>
</cp:coreProperties>
</file>